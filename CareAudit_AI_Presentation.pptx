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Clinical QA Challenge: Manual Review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CareAudit.ai was developed to address the growing operational challenges in clinical quality and prior authorization (PA) reviews. Currently, clinical audits are conducted manually, leading to subjective scoring and massive backlogs.</a:t>
            </a:r>
            <a:br/>
            <a:br/>
            <a:r>
              <a:t>• Manual Bottlenecks: Nurses spend extensive time parsing complex, unstructured medical records and cross-referencing multi-page clinical policies.</a:t>
            </a:r>
            <a:br/>
            <a:br/>
            <a:r>
              <a:t>• QA Inconsistencies: Human-driven QA is prone to subjective scoring, leading to compliance risks, uneven policy application, and missed training opportunities.</a:t>
            </a:r>
            <a:br/>
            <a:br/>
            <a:r>
              <a:t>• High Appeal Rates: Inaccurate initial determinations increase the volume of provider appeals, inflating administrative costs and delaying patient care.</a:t>
            </a:r>
            <a:br/>
            <a:br/>
            <a:r>
              <a:t>• Lack of Real-Time Visibility: Executive leadership lacks real-time, multi-dimensional views into nurse performance, overturn rates, and systemic policy risks.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[Insert Icon here]</a:t>
            </a:r>
            <a:br/>
            <a:r>
              <a:t>(e.g., A magnifying glass over a medical document)</a:t>
            </a:r>
            <a:br/>
            <a:br/>
            <a:r>
              <a:t>[Insert Diagram here]</a:t>
            </a:r>
            <a:br/>
            <a:r>
              <a:t>A simple flowchart showing:</a:t>
            </a:r>
            <a:br/>
            <a:r>
              <a:t>1. Incoming Medical Records (Unstructured)</a:t>
            </a:r>
            <a:br/>
            <a:r>
              <a:t>2. Slow Manual Nurse Review</a:t>
            </a:r>
            <a:br/>
            <a:r>
              <a:t>3. High Error Rate / Appeals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CareAudit.ai: Transforming Clinical Audits with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CareAudit.ai introduces a fully autonomous, Agentic AI pipeline that completely transforms the Utilization Management (UM) lifecycle. It ensures 100% of cases are audited instantly, accurately, and without human bias.</a:t>
            </a:r>
            <a:br/>
            <a:br/>
            <a:r>
              <a:t>• 100% Automated QA: AI agents completely audit every single nurse decision (instead of random sampling), ensuring perfect consistency and clinical accuracy.</a:t>
            </a:r>
            <a:br/>
            <a:br/>
            <a:r>
              <a:t>• Agentic Workflow: Specialized AI agents autonomously parse intake documents, cross-reference Aetna/MCG medical policies, and draft intelligent recommendations.</a:t>
            </a:r>
            <a:br/>
            <a:br/>
            <a:r>
              <a:t>• Appeal Risk Prediction: Machine learning models predict the likelihood of an appeal being "Overturned" before it happens, allowing for targeted escalation.</a:t>
            </a:r>
            <a:br/>
            <a:br/>
            <a:r>
              <a:t>• Continuous Improvement: The system automatically identifies individual knowledge gaps and auto-assigns targeted training modules to specific nurses based on their audit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[Insert Icon here]</a:t>
            </a:r>
            <a:br/>
            <a:r>
              <a:t>(e.g., An AI brain or neural network node)</a:t>
            </a:r>
            <a:br/>
            <a:br/>
            <a:r>
              <a:t>[Insert Screenshot here]</a:t>
            </a:r>
            <a:br/>
            <a:r>
              <a:t>Take a screenshot of the "Cases" (Pipeline) screen from the localhost app, showing the AI generating the Rationale and Policy 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CareAudit.ai Executive Dashboard: Real-Time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 centralized, intelligent dashboard providing a comprehensive view of nurse staff performance and systemic appeal risks across all business units.</a:t>
            </a:r>
            <a:br/>
            <a:br/>
            <a:r>
              <a:t>• Real-Time Insights: Track total audits, pending queues, overturn rates, and individual QA scores in real-time.</a:t>
            </a:r>
            <a:br/>
            <a:br/>
            <a:r>
              <a:t>• Targeted Action: Identify low-performing staff instantly and review their specific policy compliance and documentation scores.</a:t>
            </a:r>
            <a:br/>
            <a:br/>
            <a:r>
              <a:t>• Multi-Dimensional View: Analyze performance by appeal status (Upheld vs. Overturned), diagnosis category, and financial exposure amount.</a:t>
            </a:r>
            <a:br/>
            <a:br/>
            <a:r>
              <a:t>• Technology Stack:</a:t>
            </a:r>
            <a:br/>
            <a:r>
              <a:t>  - Next.js (React) &amp; TailwindCSS (Frontend)</a:t>
            </a:r>
            <a:br/>
            <a:r>
              <a:t>  - FastAPI (Python) (Backend)</a:t>
            </a:r>
            <a:br/>
            <a:r>
              <a:t>  - DuckDB (In-Memory Analytics Database)</a:t>
            </a:r>
            <a:br/>
            <a:r>
              <a:t>  - LLM Agentic Framework (AI Reasoning)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[Insert Icon here]</a:t>
            </a:r>
            <a:br/>
            <a:r>
              <a:t>(e.g., The EXL Logo or Analytics Chart)</a:t>
            </a:r>
            <a:br/>
            <a:br/>
            <a:r>
              <a:t>[Insert Screenshots here]</a:t>
            </a:r>
            <a:br/>
            <a:r>
              <a:t>Take two screenshots from the localhost app:</a:t>
            </a:r>
            <a:br/>
            <a:r>
              <a:t>1. The "Executive" Dashboard showing the NCQA / Quality scores.</a:t>
            </a:r>
            <a:br/>
            <a:r>
              <a:t>2. The "Appeal Risk" Dashboard showing the Overturn Rate % and specific appeal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